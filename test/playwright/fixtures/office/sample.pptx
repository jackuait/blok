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override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2971800"/>
            <a:ext cx="7772400" cy="914400"/>
          </a:xfrm>
          <a:prstGeom prst="rect">
            <a:avLst/>
          </a:prstGeom>
        </p:spPr>
        <p:txBody>
          <a:bodyPr/>
          <a:p>
            <a:r>
              <a:rPr lang="en-US"/>
              <a:t>Blok pptx preview fixture</a:t>
            </a:r>
          </a:p>
        </p:txBody>
      </p:sp>
    </p:spTree>
  </p:cSld>
  <p:clrMapOvr>
    <a:override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