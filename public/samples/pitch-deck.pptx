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</Types>
</file>

<file path=_rels/.rels><?xml version="1.0" encoding="UTF-8" standalone="yes"?>
<Relationships xmlns="http://schemas.openxmlformats.org/package/2006/relationships">
<Relationship Id="rId1" Type="http://schemas.openxmlformats.org/officeDocument/2006/relationships/officeDocument" Target="ppt/presentation.xml"/>
</Relationships>
</file>

<file path=ppt/presentation.xml><?xml version="1.0" encoding="utf-8"?>
<p:presentation xmlns:p="http://schemas.openxmlformats.org/presentationml/2006/main" xmlns:a="http://schemas.openxmlformats.org/drawingml/2006/main" xmlns:r="http://schemas.openxmlformats.org/officeDocument/2006/relationships">
  <p:sldMasterIdLst>
    <p:sldMasterId id="2147483648" r:id="rId1"/>
  </p:sldMasterIdLst>
  <p:sldIdLst>
    <p:sldId id="256" r:id="rId2"/>
    <p:sldId id="257" r:id="rId3"/>
    <p:sldId id="258" r:id="rId4"/>
  </p:sldIdLst>
  <p:sldSz cx="9144000" cy="6858000"/>
  <p:notesSz cx="6858000" cy="9144000"/>
</p:presentation>
</file>

<file path=ppt/_rels/presentation.xml.rels><?xml version="1.0" encoding="UTF-8" standalone="yes"?>
<Relationships xmlns="http://schemas.openxmlformats.org/package/2006/relationships">
<Relationship Id="rId1" Type="http://schemas.openxmlformats.org/officeDocument/2006/relationships/slideMaster" Target="slideMasters/slideMaster1.xml"/>
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
<Relationship Id="rId5" Type="http://schemas.openxmlformats.org/officeDocument/2006/relationships/theme" Target="theme/theme1.xml"/>
</Relationships>
</file>

<file path=ppt/slideLayouts/_rels/slideLayout1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p="http://schemas.openxmlformats.org/presentationml/2006/main" xmlns:a="http://schemas.openxmlformats.org/drawingml/2006/main" xmlns:r="http://schemas.openxmlformats.org/officeDocument/2006/relationships" type="blank">
  <p:cSld name="Blank">
    <p:spTree>
      <p:nvGrpSpPr>
        <p:cNvPr id="1" name=""/>
        <p:cNvGrpSpPr/>
        <p:nvPr/>
      </p:nvGrpSpPr>
      <p:grpSpPr/>
    </p:spTree>
  </p:cSld>
  <p:clrMapOvr>
    <a:overrideClrMapping/>
  </p:clrMapOvr>
</p:sldLayout>
</file>

<file path=ppt/slideMasters/_rels/slideMaster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theme" Target="../theme/theme1.xml"/>
</Relationships>
</file>

<file path=ppt/slideMasters/slideMaster1.xml><?xml version="1.0" encoding="utf-8"?>
<p:sldMaster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/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</p:sldMaster>
</file>

<file path=ppt/slides/_rels/slide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2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3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/>
          <p:nvPr/>
        </p:nvSpPr>
        <p:spPr>
          <a:xfrm>
            <a:off x="685800" y="685800"/>
            <a:ext cx="7772400" cy="1143000"/>
          </a:xfrm>
          <a:prstGeom prst="rect">
            <a:avLst/>
          </a:prstGeom>
        </p:spPr>
        <p:txBody>
          <a:bodyPr/>
          <a:p>
            <a:r>
              <a:rPr lang="en-US" sz="3600" b="1"/>
              <a:t>Blok</a:t>
            </a:r>
          </a:p>
        </p:txBody>
      </p:sp>
      <p:sp>
        <p:nvSpPr>
          <p:cNvPr id="3" name="Body"/>
          <p:cNvSpPr/>
          <p:nvPr/>
        </p:nvSpPr>
        <p:spPr>
          <a:xfrm>
            <a:off x="685800" y="2057400"/>
            <a:ext cx="7772400" cy="3886200"/>
          </a:xfrm>
          <a:prstGeom prst="rect">
            <a:avLst/>
          </a:prstGeom>
        </p:spPr>
        <p:txBody>
          <a:bodyPr/>
          <a:p>
            <a:r>
              <a:rPr lang="en-US" sz="2000"/>
              <a:t>The block-based editor for modern documents</a:t>
            </a:r>
          </a:p>
        </p:txBody>
      </p:sp>
    </p:spTree>
  </p:cSld>
  <p:clrMapOvr>
    <a:overrideClrMapping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/>
          <p:nvPr/>
        </p:nvSpPr>
        <p:spPr>
          <a:xfrm>
            <a:off x="685800" y="685800"/>
            <a:ext cx="7772400" cy="1143000"/>
          </a:xfrm>
          <a:prstGeom prst="rect">
            <a:avLst/>
          </a:prstGeom>
        </p:spPr>
        <p:txBody>
          <a:bodyPr/>
          <a:p>
            <a:r>
              <a:rPr lang="en-US" sz="3600" b="1"/>
              <a:t>Why Blok</a:t>
            </a:r>
          </a:p>
        </p:txBody>
      </p:sp>
      <p:sp>
        <p:nvSpPr>
          <p:cNvPr id="3" name="Body"/>
          <p:cNvSpPr/>
          <p:nvPr/>
        </p:nvSpPr>
        <p:spPr>
          <a:xfrm>
            <a:off x="685800" y="2057400"/>
            <a:ext cx="7772400" cy="3886200"/>
          </a:xfrm>
          <a:prstGeom prst="rect">
            <a:avLst/>
          </a:prstGeom>
        </p:spPr>
        <p:txBody>
          <a:bodyPr/>
          <a:p>
            <a:r>
              <a:rPr lang="en-US" sz="2000"/>
              <a:t>Everything is a block</a:t>
            </a:r>
          </a:p>
          <a:p>
            <a:r>
              <a:rPr lang="en-US" sz="2000"/>
              <a:t>Headless and framework-agnostic</a:t>
            </a:r>
          </a:p>
          <a:p>
            <a:r>
              <a:rPr lang="en-US" sz="2000"/>
              <a:t>Clean JSON output</a:t>
            </a:r>
          </a:p>
        </p:txBody>
      </p:sp>
    </p:spTree>
  </p:cSld>
  <p:clrMapOvr>
    <a:overrideClrMapping/>
  </p:clrMapOvr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/>
          <p:nvPr/>
        </p:nvSpPr>
        <p:spPr>
          <a:xfrm>
            <a:off x="685800" y="685800"/>
            <a:ext cx="7772400" cy="1143000"/>
          </a:xfrm>
          <a:prstGeom prst="rect">
            <a:avLst/>
          </a:prstGeom>
        </p:spPr>
        <p:txBody>
          <a:bodyPr/>
          <a:p>
            <a:r>
              <a:rPr lang="en-US" sz="3600" b="1"/>
              <a:t>Roadmap</a:t>
            </a:r>
          </a:p>
        </p:txBody>
      </p:sp>
      <p:sp>
        <p:nvSpPr>
          <p:cNvPr id="3" name="Body"/>
          <p:cNvSpPr/>
          <p:nvPr/>
        </p:nvSpPr>
        <p:spPr>
          <a:xfrm>
            <a:off x="685800" y="2057400"/>
            <a:ext cx="7772400" cy="3886200"/>
          </a:xfrm>
          <a:prstGeom prst="rect">
            <a:avLst/>
          </a:prstGeom>
        </p:spPr>
        <p:txBody>
          <a:bodyPr/>
          <a:p>
            <a:r>
              <a:rPr lang="en-US" sz="2000"/>
              <a:t>Inline office previews</a:t>
            </a:r>
          </a:p>
          <a:p>
            <a:r>
              <a:rPr lang="en-US" sz="2000"/>
              <a:t>Real-time collaboration</a:t>
            </a:r>
          </a:p>
          <a:p>
            <a:r>
              <a:rPr lang="en-US" sz="2000"/>
              <a:t>Database &amp; kanban views</a:t>
            </a:r>
          </a:p>
        </p:txBody>
      </p:sp>
    </p:spTree>
  </p:cSld>
  <p:clrMapOvr>
    <a:override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>
          <a:solidFill>
            <a:schemeClr val="phClr"/>
          </a:solidFill>
        </a:ln>
        <a:ln>
          <a:solidFill>
            <a:schemeClr val="phClr"/>
          </a:solidFill>
        </a:ln>
        <a:ln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